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918CC5-6786-6E99-08A6-006904EC5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97A38A-74C3-2C13-99A3-D8B450FCE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04A7B1-B3F4-CF80-E69A-EAAFCEC92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4A9D-3A1A-45CC-9C3E-E662984CC037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4EB859-8C26-52E0-F149-F2A91B5B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369D3-245D-5FE7-5AC1-7B208BBC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7931A-352E-4341-ADB9-1798A3796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56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F730-6967-59B5-DF4F-7588ADB4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3746AF-0D3B-09F2-D121-1C6B3A7D1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C2DCF5-3355-5392-54F0-D7FEF95B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4A9D-3A1A-45CC-9C3E-E662984CC037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7D869B-5AC2-71A4-0BE2-841C704C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F86D78-0D21-F7CB-6B39-81DF72D8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7931A-352E-4341-ADB9-1798A3796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17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FFB3-AA1F-3B25-E1B0-28790884F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26C523-5235-69E8-AC3A-08B8AC749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F9710-462F-8312-9AE1-C183C288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4A9D-3A1A-45CC-9C3E-E662984CC037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E20D91-F3A2-45AB-5B8C-CE2784EC1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EAE0F2-D763-ACD1-CB61-6C139DB1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7931A-352E-4341-ADB9-1798A3796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86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66AAB-060E-AA7C-1E6F-52728C03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61868-02C7-8236-E9C7-59E89B74C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B31EED-7807-88A2-5AB3-B002C354A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24B9DE-61FC-4DEC-980D-69A3CA263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4A9D-3A1A-45CC-9C3E-E662984CC037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1CF982-8245-4431-624D-E81861CD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8C7CAB-B339-F5F5-87B6-641D8094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7931A-352E-4341-ADB9-1798A3796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13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E336F-C9B8-76E5-24A8-87F213AD0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451348-81A1-8CC0-C826-785AE23FB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B7CBD5-5004-6610-CEE1-7EE9117B8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0EDF13-A9CE-25D2-9CC6-DD28769C0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62A394-3353-987F-B3E7-00278F696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8C9131-0A64-3363-E64D-AD0B6C07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4A9D-3A1A-45CC-9C3E-E662984CC037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ABAC74-79DC-091F-881C-079178EE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EC7F5E8-99B3-4EB4-56D9-978A1510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7931A-352E-4341-ADB9-1798A3796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388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852833-0390-30BD-2E21-A8C1C05A2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097BBC-78B2-8B9F-CACB-CA50D911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4A9D-3A1A-45CC-9C3E-E662984CC037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9D5614-65F5-939C-E810-1D99D0DE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65DC72-8137-008D-819C-54DD3162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7931A-352E-4341-ADB9-1798A3796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224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7B43C4-124C-87E5-3093-2961C3AFF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4A9D-3A1A-45CC-9C3E-E662984CC037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27D5A0-66BA-F617-C72F-B2AC89CEB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D0D39-A2BB-A206-6DCD-F56696226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7931A-352E-4341-ADB9-1798A3796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307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7FA8E-9434-D6B2-2CAA-2C2B2FB3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906252-C667-8B44-C879-4EB5B2C3A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9D22A0-96B1-272B-B7E1-610A7D6AE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0485E5-67DF-0423-0E1A-C1BF3896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4A9D-3A1A-45CC-9C3E-E662984CC037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06B7DE-D628-CE42-F539-1A529496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3BEB0C-1F69-8D9B-0A14-C164BA4B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7931A-352E-4341-ADB9-1798A3796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924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FE44A-EE39-010F-9142-9A3300BD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E8B632-B54A-86DA-A1B3-89A9FDC517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C8C9B2-9F7B-AA7A-F2C2-FD1EDE088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431533-85D6-52DD-B4DC-7A4B4E16C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4A9D-3A1A-45CC-9C3E-E662984CC037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3627DA-9403-4B1B-7B3B-911B29B5F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ACF5F1-FC81-23CB-F4F2-DBC0EDF4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7931A-352E-4341-ADB9-1798A3796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70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33469-943B-C9ED-2C3F-C3DA8807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5A9406-3492-7B72-A1E6-3891016D2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EE4E24-2B73-3248-1750-A9CBFA7A3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4A9D-3A1A-45CC-9C3E-E662984CC037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935A4C-2A58-CD76-10F2-6ABD9046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3CA2B4-8570-6811-F065-6EFE0622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7931A-352E-4341-ADB9-1798A3796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146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65917CB-7F7D-AEC1-B620-3BA46D080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0F5A47-EAFD-4A5C-1DC8-BD61E2802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F868F8-2675-CC4A-6DA2-CA405DC37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4A9D-3A1A-45CC-9C3E-E662984CC037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BFF48C-4A52-D7A5-0248-026A52A4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E25D8A-7572-08B0-C014-19B3CF14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7931A-352E-4341-ADB9-1798A3796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31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27AD13-75D1-8CF3-86AA-5D2870652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897985-A963-AA4B-49C5-AB6CB970E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407D93-3A49-888D-18F7-4D303FA0B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14A9D-3A1A-45CC-9C3E-E662984CC037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7F6F57-2F8F-7B60-F910-38C1D8648A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2326CC-48C3-BE02-A058-8572CCEEB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A7931A-352E-4341-ADB9-1798A3796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2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29A35D-2260-4D85-C42A-6817FD9DE997}"/>
              </a:ext>
            </a:extLst>
          </p:cNvPr>
          <p:cNvSpPr txBox="1"/>
          <p:nvPr/>
        </p:nvSpPr>
        <p:spPr>
          <a:xfrm>
            <a:off x="3004457" y="718457"/>
            <a:ext cx="6204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</a:t>
            </a:r>
            <a:r>
              <a:rPr lang="ko-KR" altLang="en-US" dirty="0"/>
              <a:t>자연의 미래를 이 끌어  </a:t>
            </a:r>
            <a:r>
              <a:rPr lang="ko-KR" altLang="en-US" dirty="0" err="1"/>
              <a:t>가는힘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드림 </a:t>
            </a:r>
            <a:r>
              <a:rPr lang="ko-KR" altLang="en-US" dirty="0" err="1"/>
              <a:t>인네이처</a:t>
            </a:r>
            <a:endParaRPr lang="en-US" altLang="ko-KR" dirty="0"/>
          </a:p>
          <a:p>
            <a:r>
              <a:rPr lang="en-US" altLang="ko-KR" dirty="0"/>
              <a:t>      </a:t>
            </a:r>
            <a:r>
              <a:rPr lang="ko-KR" altLang="en-US" dirty="0"/>
              <a:t>과학 농업의 기술로 만든 기능성 영양제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E94BEBD-6FD2-4509-C149-CC654B350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335521"/>
              </p:ext>
            </p:extLst>
          </p:nvPr>
        </p:nvGraphicFramePr>
        <p:xfrm>
          <a:off x="239487" y="1926771"/>
          <a:ext cx="11157855" cy="44659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19285">
                  <a:extLst>
                    <a:ext uri="{9D8B030D-6E8A-4147-A177-3AD203B41FA5}">
                      <a16:colId xmlns:a16="http://schemas.microsoft.com/office/drawing/2014/main" val="3779864712"/>
                    </a:ext>
                  </a:extLst>
                </a:gridCol>
                <a:gridCol w="3719285">
                  <a:extLst>
                    <a:ext uri="{9D8B030D-6E8A-4147-A177-3AD203B41FA5}">
                      <a16:colId xmlns:a16="http://schemas.microsoft.com/office/drawing/2014/main" val="1848428517"/>
                    </a:ext>
                  </a:extLst>
                </a:gridCol>
                <a:gridCol w="3719285">
                  <a:extLst>
                    <a:ext uri="{9D8B030D-6E8A-4147-A177-3AD203B41FA5}">
                      <a16:colId xmlns:a16="http://schemas.microsoft.com/office/drawing/2014/main" val="1506047544"/>
                    </a:ext>
                  </a:extLst>
                </a:gridCol>
              </a:tblGrid>
              <a:tr h="2405743"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920173"/>
                  </a:ext>
                </a:extLst>
              </a:tr>
              <a:tr h="54132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773326"/>
                  </a:ext>
                </a:extLst>
              </a:tr>
              <a:tr h="5413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850533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FD620BC9-E951-8466-52C5-9408BE2DE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7" y="2308980"/>
            <a:ext cx="2971953" cy="20067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C2F3CF-03F9-443B-9FBD-1E3DC209C31D}"/>
              </a:ext>
            </a:extLst>
          </p:cNvPr>
          <p:cNvSpPr txBox="1"/>
          <p:nvPr/>
        </p:nvSpPr>
        <p:spPr>
          <a:xfrm>
            <a:off x="4669971" y="1513114"/>
            <a:ext cx="207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상품소개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08496-7C21-0680-0DEB-3304D7AE88B1}"/>
              </a:ext>
            </a:extLst>
          </p:cNvPr>
          <p:cNvSpPr txBox="1"/>
          <p:nvPr/>
        </p:nvSpPr>
        <p:spPr>
          <a:xfrm>
            <a:off x="849086" y="4572000"/>
            <a:ext cx="253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상세 설명</a:t>
            </a:r>
          </a:p>
        </p:txBody>
      </p:sp>
    </p:spTree>
    <p:extLst>
      <p:ext uri="{BB962C8B-B14F-4D97-AF65-F5344CB8AC3E}">
        <p14:creationId xmlns:p14="http://schemas.microsoft.com/office/powerpoint/2010/main" val="4255944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</Words>
  <Application>Microsoft Office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현민 지</dc:creator>
  <cp:lastModifiedBy>현민 지</cp:lastModifiedBy>
  <cp:revision>2</cp:revision>
  <dcterms:created xsi:type="dcterms:W3CDTF">2026-08-15T11:28:44Z</dcterms:created>
  <dcterms:modified xsi:type="dcterms:W3CDTF">2026-08-15T11:39:44Z</dcterms:modified>
</cp:coreProperties>
</file>