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8" d="100"/>
          <a:sy n="38" d="100"/>
        </p:scale>
        <p:origin x="22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제품 사진: 20260517_131311.jpg, 20260517_131304(1).jpg, 20260517_131307.jpg</a:t>
            </a:r>
          </a:p>
          <a:p>
            <a:r>
              <a:t>- 사용자 제공 참고 프레젠테이션: 샘플상품상세설명서(1).pptx</a:t>
            </a:r>
          </a:p>
          <a:p>
            <a:r>
              <a:t>- 제품 정보와 사용 기준은 제품 라벨 문구를 요약함.</a:t>
            </a:r>
          </a:p>
          <a:p>
            <a:r>
              <a:t>- 외부 자료나 추가 효능 수치는 사용하지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8533" y="-25334"/>
            <a:ext cx="6866174" cy="1133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406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DocSecurity>0</DocSecurity>
  <PresentationFormat>사용자 지정</PresentationFormat>
  <Paragraphs>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Noto Sans CJK KR</vt:lpstr>
      <vt:lpstr>Arial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현민 지</cp:lastModifiedBy>
  <cp:revision>1</cp:revision>
  <dcterms:created xsi:type="dcterms:W3CDTF">2026-08-07T07:05:01Z</dcterms:created>
  <dcterms:modified xsi:type="dcterms:W3CDTF">2026-08-07T07:46:29Z</dcterms:modified>
</cp:coreProperties>
</file>