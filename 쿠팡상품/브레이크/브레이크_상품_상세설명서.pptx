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1260" y="-1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제품 사진: 20260517_131052.jpg, 20260517_131058.jpg, 20260517_131104.jpg</a:t>
            </a:r>
          </a:p>
          <a:p>
            <a:r>
              <a:t>- 사용자 제공 참고 프레젠테이션: 샘플.pptx</a:t>
            </a:r>
          </a:p>
          <a:p>
            <a:r>
              <a:t>- 제품 정보는 제품 라벨 문구를 요약함.</a:t>
            </a:r>
          </a:p>
          <a:p>
            <a:r>
              <a:t>- 500배 희석 환산: 물 20L당 제품 40ml.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53" y="-25334"/>
            <a:ext cx="6085488" cy="1004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406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DocSecurity>0</DocSecurity>
  <PresentationFormat>사용자 지정</PresentationFormat>
  <Paragraphs>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Noto Sans CJK KR</vt:lpstr>
      <vt:lpstr>Arial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현민 지</cp:lastModifiedBy>
  <cp:revision>1</cp:revision>
  <dcterms:created xsi:type="dcterms:W3CDTF">2026-08-07T06:18:21Z</dcterms:created>
  <dcterms:modified xsi:type="dcterms:W3CDTF">2026-08-07T06:21:53Z</dcterms:modified>
</cp:coreProperties>
</file>