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D334E-2AA1-7683-39E4-A4A7EF67D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704ECE-2B1A-A796-CBC6-6F3FF9039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82AAEF-0ECF-31B1-4F75-6ECAF868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84330-B56F-DB6F-D7B2-6256CDC7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8B952D-2BEB-7934-7695-33D65080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86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A3A22-B656-FDA7-F54B-E7295711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933D0E-D863-38B6-ADE9-CF49AFBA9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01CB7-FC1D-3F81-D4EC-45DD1AAB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C1D093-7E7B-00BC-3B4C-1FB753F2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3D925B-FF7A-C87A-C4FD-B3AD8D50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74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2C2C1-46F7-036D-AEFD-15290C0F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11076-B16C-5A95-C02F-75413B289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9B858A-A0BE-59BD-AA64-30B139FB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50B7B-37BD-AD62-599D-EA7DEA836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50E7A3-2951-DDAC-0F4E-2E84BE83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0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4AA97-972F-50D6-62D7-5B2D01F6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450A5B-2A1D-2DB6-0FEF-10277851A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03F487-086B-6DDC-4049-24CF47C20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88ADD-43EC-B285-D5C5-F953E651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C97FB9-3333-9CA7-EF51-B032FBC8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31047C-83AD-68BA-E130-0C2A0E42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40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AE711-65DF-CA87-FC7D-5C05CF9C1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26CBA0-FC6E-4278-07D4-31292F6D3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1FEC6-D370-AAEF-3334-FB17DCD00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2CC6CA-9079-872B-AFF2-5324EB6C1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4075F9-C927-AC94-07F1-FF7E52C95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784EA6-C212-AA0F-7A91-4DE1677B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2C1D10-B7E9-EC18-49F6-519E6644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FC6474-D7D7-6302-00DF-39C0B51D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303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2A547-1B7A-8BE2-E38E-46E07CBA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ED657B-818B-8AC0-5F3D-3EB2AEDE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E1F478-6093-7854-81E5-880A668A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8CBA95-8E9F-5478-CDCF-841B6DCA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1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2D454A-B757-8C5C-B0F1-A8C41155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020ABE-F981-71C4-7A87-F2267697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C2CB5F-A693-CDCD-EC88-FB9FFF9C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98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A31B2-77F3-AD8B-56E3-ACA4D2C7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8E365-39A9-ED4A-317A-D5C8449D0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46385C-681D-6E35-0A15-86116F746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C62D1E-9F49-D6C2-4834-81021077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F956F-9E8C-CEBB-0E5A-6FA2DFAA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B70821-1B5B-7671-98CA-311AF7A03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86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2CF63-4EEB-8497-3C9A-1EAEA040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E14259-0009-5E0A-3B3D-6FF2FC931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6F3E1E-B4AB-0826-E07B-4B2C31070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68B4DF-8D02-897B-5F27-945B1BC5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EAE86F-F580-5F3E-D263-50B2A85C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8C8979-88EF-207C-1E02-0BE3DD04E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97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5768A-88CC-9E29-2754-9CD39582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E62827-9F22-1FAC-2D4C-354668DED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B82F0-A0F5-C08B-C4C5-0DA12B11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81DE2-E698-8252-7B60-784F106F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431A7B-3F8D-597F-EB97-7F06D0FC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15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506B06-11FA-55A4-FE04-305044131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9DE340-A7D3-1B4C-86CD-59E3F2FAB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0C96A3-0364-7429-CB64-B7663B53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4F835-0BF4-1F90-989F-F7524F7E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C6719-ED6D-9D61-7227-ACF46553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74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30A2ED-B0F6-C6A2-5B61-A4C597AAB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BB4C84-73BE-D4B7-C7D9-5FD275975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432226-2642-B865-E192-AE6C7AFE3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69BDE-7E19-45CB-8A8A-B8CBDCA6B8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DBEA3-F1EB-BB6A-A224-6FC7C8774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9F123-E379-6FEF-7818-04246C8A0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B4755-7E68-48FD-950E-F5210D0BC8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40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EBD865-2BBE-1439-DB4C-FE87A0B9B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63" r="-1"/>
          <a:stretch>
            <a:fillRect/>
          </a:stretch>
        </p:blipFill>
        <p:spPr>
          <a:xfrm>
            <a:off x="6096000" y="971421"/>
            <a:ext cx="5265048" cy="49151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59460E9-5786-12B9-61D8-6C66B5E54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59" y="751113"/>
            <a:ext cx="2978981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29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647E22-C011-AE7B-64A2-62301A01A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21" y="450697"/>
            <a:ext cx="10312930" cy="29783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99A2A5-93FA-D5A8-8C09-8CA829D52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021" y="3805417"/>
            <a:ext cx="10387081" cy="195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12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79406D-C6D8-BF48-6B0A-066201D4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60" y="946022"/>
            <a:ext cx="10173223" cy="24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16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현민 지</dc:creator>
  <cp:lastModifiedBy>현민 지</cp:lastModifiedBy>
  <cp:revision>3</cp:revision>
  <dcterms:created xsi:type="dcterms:W3CDTF">2026-08-07T05:20:47Z</dcterms:created>
  <dcterms:modified xsi:type="dcterms:W3CDTF">2026-08-07T06:06:59Z</dcterms:modified>
</cp:coreProperties>
</file>