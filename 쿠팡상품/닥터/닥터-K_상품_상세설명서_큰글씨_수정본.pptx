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70148936d4e2e" /><Relationship Type="http://schemas.openxmlformats.org/officeDocument/2006/relationships/extended-properties" Target="/docProps/app.xml" Id="R4b30bba38de3481a" /><Relationship Type="http://schemas.openxmlformats.org/officeDocument/2006/relationships/officeDocument" Target="/ppt/presentation.xml" Id="R200729cb7c9f42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4101ce18dd4d80"/>
  </p:sldMasterIdLst>
  <p:notesMasterIdLst>
    <p:notesMasterId xmlns:r="http://schemas.openxmlformats.org/officeDocument/2006/relationships" r:id="R65f4dbcd23cf412e"/>
  </p:notesMasterIdLst>
  <p:sldIdLst>
    <p:sldId xmlns:r="http://schemas.openxmlformats.org/officeDocument/2006/relationships" id="256" r:id="Rfcfa907d44ab45a8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c426f529a40ff" /><Relationship Type="http://schemas.openxmlformats.org/officeDocument/2006/relationships/slideMaster" Target="/ppt/slideMasters/slideMaster1.xml" Id="Rc74101ce18dd4d80" /><Relationship Type="http://schemas.openxmlformats.org/officeDocument/2006/relationships/notesMaster" Target="/ppt/notesMasters/notesMaster1.xml" Id="R65f4dbcd23cf412e" /><Relationship Type="http://schemas.openxmlformats.org/officeDocument/2006/relationships/presProps" Target="/ppt/presProps.xml" Id="R9d9c750c94104854" /><Relationship Type="http://schemas.openxmlformats.org/officeDocument/2006/relationships/viewProps" Target="/ppt/viewProps.xml" Id="R975e00bc810b4947" /><Relationship Type="http://schemas.openxmlformats.org/officeDocument/2006/relationships/tableStyles" Target="/ppt/tableStyles.xml" Id="Racb9ab7f6a704b78" /><Relationship Type="http://schemas.openxmlformats.org/officeDocument/2006/relationships/slide" Target="/ppt/slides/slide1.xml" Id="Rfcfa907d44ab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d6068a2fcb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39acbbbe647a6" /><Relationship Type="http://schemas.openxmlformats.org/officeDocument/2006/relationships/notesMaster" Target="/ppt/notesMasters/notesMaster1.xml" Id="R204738b15d8c45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닥터-K 제품 사진 및 라벨(20260517_131025.jpg, 20260517_131029.jpg, 20260517_131034.jpg, 20260517_131038.jpg)</a:t>
            </a:r>
          </a:p>
          <a:p xmlns:a="http://schemas.openxmlformats.org/drawingml/2006/main">
            <a:r>
              <a:t>- 사용자 제공 참고 파일(sample.pptx)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a17e4f9364fb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86975bf50e470e" /><Relationship Type="http://schemas.openxmlformats.org/officeDocument/2006/relationships/slideLayout" Target="/ppt/slideLayouts/slideLayout1.xml" Id="Rcece87fa84254c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ce87fa84254cc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e97a13c024e7f" /><Relationship Type="http://schemas.openxmlformats.org/officeDocument/2006/relationships/image" Target="/ppt/media/image.jpeg" Id="R268737343485470d" /><Relationship Type="http://schemas.openxmlformats.org/officeDocument/2006/relationships/notesSlide" Target="/ppt/notesSlides/notesSlide1.xml" Id="R7a45242f9e434c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9">
            <a:extLst xmlns:a="http://schemas.openxmlformats.org/drawingml/2006/main">
              <a:ext uri="{FF2B5EF4-FFF2-40B4-BE49-F238E27FC236}">
                <a16:creationId xmlns:a16="http://schemas.microsoft.com/office/drawing/2014/main" id="{102CA37D-9CDA-1C63-F10A-0D684C7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588668"/>
            <a:ext cx="690372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3230AD-8B2D-4682-A043-CD0AFA9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1" y="217801"/>
            <a:ext cx="7287768" cy="10728845"/>
          </a:xfrm>
          <a:prstGeom xmlns:a="http://schemas.openxmlformats.org/drawingml/2006/main" prst="roundRect">
            <a:avLst>
              <a:gd name="adj" fmla="val 1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BBE8E42-1C8E-4196-A47A-36AE8F7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246888"/>
            <a:ext cx="708660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0DE"/>
          </a:solidFill>
          <a:ln xmlns:a="http://schemas.openxmlformats.org/drawingml/2006/main" w="7620">
            <a:solidFill>
              <a:srgbClr val="FCE0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B138A3-A849-4D5E-AADB-088C643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329184"/>
            <a:ext cx="2752344" cy="227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414021-7FD9-4E36-A001-F6D41D7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76656"/>
            <a:ext cx="2706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55DC12-B178-47D7-BC68-E5BD2A7E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694944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2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DEF0AA-A4FE-41F5-AEF6-1595599D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371600"/>
            <a:ext cx="6995160" cy="91440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9D9"/>
          </a:solidFill>
          <a:ln xmlns:a="http://schemas.openxmlformats.org/drawingml/2006/main" w="12700">
            <a:solidFill>
              <a:srgbClr val="D6A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44E1B01-8C64-4A41-9550-8C4803AF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53896"/>
            <a:ext cx="6080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4FBE2F2-BBE4-45ED-B7BA-C9911C5B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8646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4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FDEA038-6E44-4516-8302-56E5735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340864"/>
            <a:ext cx="2606040" cy="402336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FFAF0"/>
          </a:solidFill>
          <a:ln xmlns:a="http://schemas.openxmlformats.org/drawingml/2006/main" w="12700">
            <a:solidFill>
              <a:srgbClr val="B9E1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737343485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" y="2404871"/>
            <a:ext cx="2531359" cy="3651429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79779F9-426F-41B7-A283-43076F09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55" y="6085332"/>
            <a:ext cx="206654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872A4DB-235C-4ED0-887A-58F8400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40864"/>
            <a:ext cx="416052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F02B0A0-F8A9-43B5-85C0-9E8EDC34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450592"/>
            <a:ext cx="3895344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9EC"/>
          </a:solidFill>
          <a:ln xmlns:a="http://schemas.openxmlformats.org/drawingml/2006/main" w="11430">
            <a:solidFill>
              <a:srgbClr val="D6A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11D73C9-B442-4AEE-9C4B-484FCBF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05" y="2532831"/>
            <a:ext cx="3639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3118856-082C-4980-8D49-0172BD4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889504"/>
            <a:ext cx="37856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endParaRPr sz="16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74D0606-8FBD-4791-93AB-FFB6A71E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187952"/>
            <a:ext cx="4160520" cy="2197428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4F03F06-89E1-4DDB-9D12-CA176E82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4297680"/>
            <a:ext cx="3895344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9EC"/>
          </a:solidFill>
          <a:ln xmlns:a="http://schemas.openxmlformats.org/drawingml/2006/main" w="11430">
            <a:solidFill>
              <a:srgbClr val="D6A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B409F82-2AE5-4E42-85E1-40692DD8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033" y="4386408"/>
            <a:ext cx="3639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BB362FD-804A-42B3-8394-3887B0F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709160"/>
            <a:ext cx="3803904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200000"/>
              </a:lnSpc>
              <a:buNone/>
            </a:pPr>
            <a:endParaRPr sz="1400" b="1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3678BEE-A06D-4C64-9F39-F442B8A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6565392"/>
            <a:ext cx="6903720" cy="676656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C7136CB-871B-4028-948C-C7E13FA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745716"/>
            <a:ext cx="1591056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9EC"/>
          </a:solidFill>
          <a:ln xmlns:a="http://schemas.openxmlformats.org/drawingml/2006/main" w="11430">
            <a:solidFill>
              <a:srgbClr val="D6A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6E891CF-4836-42EF-AF66-F6E132AD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4" y="6768771"/>
            <a:ext cx="1499271" cy="293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6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7DD3DB4-BE21-43F7-9231-28BFD0B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6702552"/>
            <a:ext cx="4590288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BDB3267-1650-4C30-9F8C-7D74371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4" y="756914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47295B-CA84-4B37-B258-93BD2C1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628" y="8314609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7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8935A81-41AF-4EF3-A59A-23DD56DE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8723290"/>
            <a:ext cx="690372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5FFF4"/>
          </a:solidFill>
          <a:ln xmlns:a="http://schemas.openxmlformats.org/drawingml/2006/main" w="1397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C4632ED-A9AD-4279-8D1C-877D1191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8869680"/>
            <a:ext cx="33832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2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D5F8B5B-0E02-4628-9E67-4FD35ECF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901684"/>
            <a:ext cx="331012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96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F376B805-96A9-4307-A8B7-B31A0ED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8869680"/>
            <a:ext cx="18288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2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5B4C3D2-9BED-4A46-8DF9-3F43A1D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8901684"/>
            <a:ext cx="175564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96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5F6FABE-A859-4D7F-89B4-507E8CC0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8869680"/>
            <a:ext cx="13716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2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10D4DB7-782E-44E8-A288-FA4DB0A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8901684"/>
            <a:ext cx="129844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96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90020F07-A012-4A08-9F0E-188A5487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9186390"/>
            <a:ext cx="3383280" cy="602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4A75D46-6463-44D9-B174-54CCB81E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9230868"/>
            <a:ext cx="331012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A62212C7-AA5B-4836-B605-7EBF42F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9198864"/>
            <a:ext cx="1828800" cy="580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0727100D-103C-48F8-BC20-5F7290BD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9230868"/>
            <a:ext cx="17556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4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115FDD03-650C-4B03-A1BE-D15B9EC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9198864"/>
            <a:ext cx="1371600" cy="580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34175B90-5029-4D57-A440-5C20034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9230868"/>
            <a:ext cx="129844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400"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F4F36836-883E-4DB5-85E7-8DF5BEE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9820656"/>
            <a:ext cx="33832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D9848983-CCFB-47EF-A841-226EE8DD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9852660"/>
            <a:ext cx="33101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30968569-886A-49D4-BA24-FAF63EA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9820656"/>
            <a:ext cx="18288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9C68CAE6-9471-469E-B534-647D4CF9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9852660"/>
            <a:ext cx="175564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538C5698-E3D9-48B5-BF7D-56D7AD6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9820656"/>
            <a:ext cx="13716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316E849F-9C08-4629-9B79-9F46B8D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9852660"/>
            <a:ext cx="129844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20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4313A244-367B-473B-A7C2-893A8ADD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0131552"/>
            <a:ext cx="33832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D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DFF82551-0FB8-48AC-8E35-3ECF8519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0163556"/>
            <a:ext cx="331012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B4AF7F26-3CBE-426E-9380-071FB029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0131552"/>
            <a:ext cx="18288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D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334DF385-64CD-41CD-AD2E-52745D65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0163556"/>
            <a:ext cx="175564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2F54D7D1-5DE2-497D-9E0D-6B71532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10131552"/>
            <a:ext cx="13716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DF"/>
          </a:solidFill>
          <a:ln xmlns:a="http://schemas.openxmlformats.org/drawingml/2006/main" w="10160">
            <a:solidFill>
              <a:srgbClr val="9E7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97BD540F-C5F1-4AEE-BF6C-AA8B38E5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10163556"/>
            <a:ext cx="129844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44" name="Shape 19">
            <a:extLst xmlns:a="http://schemas.openxmlformats.org/drawingml/2006/main">
              <a:ext uri="{FF2B5EF4-FFF2-40B4-BE49-F238E27FC236}">
                <a16:creationId xmlns:a16="http://schemas.microsoft.com/office/drawing/2014/main" id="{F9E48029-4D6D-C2CA-76C9-A97044A0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" y="7400364"/>
            <a:ext cx="6903720" cy="630936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13970">
            <a:solidFill>
              <a:srgbClr val="C795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EC0CF39-30E5-4AAD-B5A3-9E5A2D7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329184"/>
            <a:ext cx="2752344" cy="22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DOCTOR-K · 1,000cc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1290E109-61E6-456B-98A9-09F75DE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76656"/>
            <a:ext cx="27066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아미노산 첨가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D85650A6-F484-4AC6-809F-62437633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694944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닥터-K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A3AAF542-163D-4C96-9098-30D8D28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53896"/>
            <a:ext cx="60807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아미노산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수용성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붕소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수용성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몰리브덴</a:t>
            </a:r>
            <a:endParaRPr sz="2000" b="1">
              <a:solidFill>
                <a:srgbClr val="00843D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B02EF8FA-AF1A-4F54-8F29-3AD492D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864608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전 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생육기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생육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안정과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품질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관리</a:t>
            </a:r>
            <a:endParaRPr sz="1050" b="1">
              <a:solidFill>
                <a:srgbClr val="00843D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7697BDA7-4142-45B0-9B5F-09343D2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37" y="6085332"/>
            <a:ext cx="2066544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닥터-K · 1,000cc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0CB5A7BE-F2E2-4389-929C-CD737AF0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23" y="2532793"/>
            <a:ext cx="363931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1. 생육 안정과 회복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7B057A6-1243-4656-BD4C-99FB029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889504"/>
            <a:ext cx="3785616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노화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방지와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수세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회복에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도움</a:t>
            </a:r>
            <a:endParaRPr sz="20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각종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생육장해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회복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관리</a:t>
            </a:r>
            <a:endParaRPr sz="20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냉해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예방과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화방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관리에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활용</a:t>
            </a:r>
            <a:endParaRPr sz="20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80C7F88F-F8D2-4183-AA99-63BBDA27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009" y="4386453"/>
            <a:ext cx="363931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2. 개화·결실·품질 관리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49B0F1B1-D92F-4E12-89C0-E6DBCC36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709160"/>
            <a:ext cx="3803904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비대·개화·결실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촉진에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도움</a:t>
            </a:r>
            <a:endParaRPr sz="16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발근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활력과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건전한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수형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관리</a:t>
            </a:r>
            <a:endParaRPr sz="16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 algn="l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당도·빛깔·향·선택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및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품질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향상</a:t>
            </a:r>
            <a:endParaRPr sz="160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1AC4325D-6B36-47E6-98BF-B08167F2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" y="6768751"/>
            <a:ext cx="1499235" cy="29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3. 제품 특성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4930296A-C17F-4ABC-815A-06D9375A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6702552"/>
            <a:ext cx="4590288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식물 필수 미량요소 + 아미노산 첨가</a:t>
            </a:r>
          </a:p>
          <a:p xmlns:a="http://schemas.openxmlformats.org/drawingml/2006/main">
            <a:pPr algn="ctr">
              <a:buNone/>
              <a:def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전 생육기에 사용하는 액상 비료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DE8EA153-12B8-484A-A6E5-2F38CEAB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" y="7569137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보증성분</a:t>
            </a: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: </a:t>
            </a: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수용성붕소</a:t>
            </a: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0.05% · </a:t>
            </a: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수용성몰리브덴</a:t>
            </a: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0.0005%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672CC63C-4F26-48B5-838C-BC6F2595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628" y="8314563"/>
            <a:ext cx="22402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사용 방법 (500배 희석)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D657D568-9DB4-4AD5-80EB-D6F62EA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901684"/>
            <a:ext cx="3310128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적용 작물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055D6B6-5956-413F-B45E-51F11581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8901684"/>
            <a:ext cx="1755648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살포 시기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8D810BF-3066-429E-B9D8-528F57D0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8901684"/>
            <a:ext cx="1298448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희석 기준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6B997F5C-4005-436F-9EF4-3DD4F2C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9230868"/>
            <a:ext cx="3310128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과수류 · 채소류 · 화훼류 · 기타작물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BADECDA-B4FE-4D4E-B108-03D2B42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9230868"/>
            <a:ext cx="175564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전 생육기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2090916-4D84-47FD-A1C1-B1D1BEB2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9230868"/>
            <a:ext cx="129844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물 20L당 40ml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666BD73-9B4D-4497-A7A7-9805D2C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9852660"/>
            <a:ext cx="3310128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사용</a:t>
            </a: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전 </a:t>
            </a: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충분히</a:t>
            </a: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흔들어</a:t>
            </a: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희석</a:t>
            </a:r>
            <a:endParaRPr sz="75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041A2251-0793-43D0-99AD-AF2D1C6D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9852660"/>
            <a:ext cx="1755648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엽면살포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A9CB3FB0-E14E-468F-A34B-090FBD4E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9852660"/>
            <a:ext cx="1298448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500배 기준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6CDED41F-80A3-4EC6-A05D-2B2DBCBC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0163556"/>
            <a:ext cx="3310128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농약 혼용 시 소량 시험 후 사용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3F8C84F2-3FE5-4DA0-BA4C-F5219BD2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0163556"/>
            <a:ext cx="1755648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고온기 주의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22AE9609-9CD7-4AE4-A587-58D90CC7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10163556"/>
            <a:ext cx="1298448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서늘한 곳 보관</a:t>
            </a:r>
          </a:p>
        </p:txBody>
      </p:sp>
    </p:spTree>
    <p:extLst>
      <p:ext uri="{BB962C8B-B14F-4D97-AF65-F5344CB8AC3E}">
        <p14:creationId xmlns:p14="http://schemas.microsoft.com/office/powerpoint/2010/main" val="4033114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2026-08-07T06:01:20.8300000Z</dcterms:created>
  <dcterms:modified xsi:type="dcterms:W3CDTF">2026-08-07T06:01:20.8300000Z</dcterms:modified>
</coreProperties>
</file>